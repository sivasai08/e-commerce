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63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58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2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292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23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741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7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161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86B75A-687E-405C-8A0B-8D00578BA2C3}" type="datetimeFigureOut">
              <a:rPr lang="en-US" smtClean="0"/>
              <a:pPr/>
              <a:t>4/6/2025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9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90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15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7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129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6032" y="1616767"/>
            <a:ext cx="11741342" cy="1749286"/>
          </a:xfrm>
        </p:spPr>
        <p:txBody>
          <a:bodyPr>
            <a:noAutofit/>
          </a:bodyPr>
          <a:lstStyle/>
          <a:p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WEBSITE ON 					</a:t>
            </a:r>
            <a:r>
              <a:rPr lang="en-US" sz="6000" b="1" dirty="0" smtClean="0">
                <a:solidFill>
                  <a:srgbClr val="FF33CC"/>
                </a:solidFill>
                <a:latin typeface="Bradley Hand ITC" panose="03070402050302030203" pitchFamily="66" charset="0"/>
                <a:cs typeface="Times New Roman" panose="02020603050405020304" pitchFamily="18" charset="0"/>
              </a:rPr>
              <a:t>C</a:t>
            </a:r>
            <a:r>
              <a:rPr lang="en-US" sz="6000" b="1" dirty="0" smtClean="0">
                <a:solidFill>
                  <a:srgbClr val="7030A0"/>
                </a:solidFill>
                <a:latin typeface="Bradley Hand ITC" panose="03070402050302030203" pitchFamily="66" charset="0"/>
                <a:cs typeface="Times New Roman" panose="02020603050405020304" pitchFamily="18" charset="0"/>
              </a:rPr>
              <a:t>O</a:t>
            </a:r>
            <a:r>
              <a:rPr lang="en-US" sz="6000" b="1" dirty="0" smtClean="0">
                <a:solidFill>
                  <a:srgbClr val="0070C0"/>
                </a:solidFill>
                <a:latin typeface="Bradley Hand ITC" panose="03070402050302030203" pitchFamily="66" charset="0"/>
                <a:cs typeface="Times New Roman" panose="02020603050405020304" pitchFamily="18" charset="0"/>
              </a:rPr>
              <a:t>S</a:t>
            </a:r>
            <a:r>
              <a:rPr lang="en-US" sz="6000" b="1" dirty="0" smtClean="0">
                <a:solidFill>
                  <a:srgbClr val="00B050"/>
                </a:solidFill>
                <a:latin typeface="Bradley Hand ITC" panose="03070402050302030203" pitchFamily="66" charset="0"/>
                <a:cs typeface="Times New Roman" panose="02020603050405020304" pitchFamily="18" charset="0"/>
              </a:rPr>
              <a:t>M</a:t>
            </a:r>
            <a:r>
              <a:rPr lang="en-US" sz="6000" b="1" dirty="0" smtClean="0">
                <a:solidFill>
                  <a:schemeClr val="accent3">
                    <a:lumMod val="75000"/>
                  </a:schemeClr>
                </a:solidFill>
                <a:latin typeface="Bradley Hand ITC" panose="03070402050302030203" pitchFamily="66" charset="0"/>
                <a:cs typeface="Times New Roman" panose="02020603050405020304" pitchFamily="18" charset="0"/>
              </a:rPr>
              <a:t>E</a:t>
            </a:r>
            <a:r>
              <a:rPr lang="en-US" sz="6000" b="1" dirty="0" smtClean="0">
                <a:solidFill>
                  <a:schemeClr val="accent2"/>
                </a:solidFill>
                <a:latin typeface="Bradley Hand ITC" panose="03070402050302030203" pitchFamily="66" charset="0"/>
                <a:cs typeface="Times New Roman" panose="02020603050405020304" pitchFamily="18" charset="0"/>
              </a:rPr>
              <a:t>T</a:t>
            </a:r>
            <a:r>
              <a:rPr lang="en-US" sz="6000" b="1" dirty="0" smtClean="0">
                <a:solidFill>
                  <a:srgbClr val="FF0000"/>
                </a:solidFill>
                <a:latin typeface="Bradley Hand ITC" panose="03070402050302030203" pitchFamily="66" charset="0"/>
                <a:cs typeface="Times New Roman" panose="02020603050405020304" pitchFamily="18" charset="0"/>
              </a:rPr>
              <a:t>I</a:t>
            </a:r>
            <a:r>
              <a:rPr lang="en-US" sz="6000" b="1" dirty="0" smtClean="0">
                <a:solidFill>
                  <a:srgbClr val="131639"/>
                </a:solidFill>
                <a:latin typeface="Bradley Hand ITC" panose="03070402050302030203" pitchFamily="66" charset="0"/>
                <a:cs typeface="Times New Roman" panose="02020603050405020304" pitchFamily="18" charset="0"/>
              </a:rPr>
              <a:t>C</a:t>
            </a:r>
            <a:r>
              <a:rPr lang="en-US" sz="6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radley Hand ITC" panose="03070402050302030203" pitchFamily="66" charset="0"/>
                <a:cs typeface="Times New Roman" panose="02020603050405020304" pitchFamily="18" charset="0"/>
              </a:rPr>
              <a:t>S</a:t>
            </a:r>
            <a:r>
              <a:rPr lang="en-US" sz="6000" b="1" dirty="0" smtClean="0">
                <a:latin typeface="Bradley Hand ITC" panose="03070402050302030203" pitchFamily="66" charset="0"/>
                <a:cs typeface="Times New Roman" panose="02020603050405020304" pitchFamily="18" charset="0"/>
              </a:rPr>
              <a:t>…..</a:t>
            </a:r>
            <a:endParaRPr lang="en-US" sz="6000" b="1" dirty="0">
              <a:latin typeface="Bradley Hand ITC" panose="03070402050302030203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83" y="4773671"/>
            <a:ext cx="5075499" cy="1600623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batch : 27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743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2696" y="861391"/>
            <a:ext cx="7818782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 of Application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53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9443" y="1232452"/>
            <a:ext cx="9806609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endParaRPr lang="en-US" sz="4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cosmetic shopping lacks personalization and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convenience. Inventory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order management in physical stores is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scalable, secure, and user-friendly web application that offers an intuitive frontend, efficient backend operations, and personalized shopping features to improve overall customer experience and streamline business processes.</a:t>
            </a:r>
          </a:p>
          <a:p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991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4729" y="1046921"/>
            <a:ext cx="1038970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designing a full-stack e-Commerce platform focused on cosmetics.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: Clean layout with easy navigation (Home, Product, Cart, Search, Login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: Powered by .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 Handles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logic, 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en-US" sz="3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109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3512" y="927652"/>
            <a:ext cx="98728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Alternatives:</a:t>
            </a:r>
          </a:p>
          <a:p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Skin Analyzers: Personalized product suggestions via webcam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Try-On: Real-time virtual makeup application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previews.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Instant support with beauty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consultants.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Boxes: AI-based monthly curated product boxes</a:t>
            </a:r>
          </a:p>
        </p:txBody>
      </p:sp>
    </p:spTree>
    <p:extLst>
      <p:ext uri="{BB962C8B-B14F-4D97-AF65-F5344CB8AC3E}">
        <p14:creationId xmlns:p14="http://schemas.microsoft.com/office/powerpoint/2010/main" val="173386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2608" y="530087"/>
            <a:ext cx="1152939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 of Application:</a:t>
            </a:r>
          </a:p>
          <a:p>
            <a:endParaRPr lang="en-US" sz="4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1.User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(Frontend - 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Angular)</a:t>
            </a:r>
          </a:p>
          <a:p>
            <a:endParaRPr lang="en-US" sz="3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begins interaction via the Angular-based frontend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Navigates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pages: Home, Product, Cart,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Search, Login.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Triggers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 like: viewing a product, searching, adding to cart, or logging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actions on the UI result in HTTP requests being sent to the backend through API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80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5471" y="1084678"/>
            <a:ext cx="1138361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API Handling (Backend - .NET Core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3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frontend communicates with the backend through RESTful APIs handled by ASP.NET Core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Controllers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.NET Backend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ProductsController.cs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Handles product-related requests (get product list, product details, etc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487414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0174" y="530087"/>
            <a:ext cx="371060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673" y="1798537"/>
            <a:ext cx="6592220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804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3912" y="503583"/>
            <a:ext cx="44262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55" y="1744448"/>
            <a:ext cx="6573167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776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2121" y="185531"/>
            <a:ext cx="1117158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Terminologies: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(Angular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self-contained UI block in Angular (e.g., product card, login form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Groups related components and services. Every Angular app has at least one root module (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AppModule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Used to write logic that can be reused, like calling APIs or managing cart data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Navigates between pages (e.g., /home, /product/:id) without reloading the page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strongly-typed language that compiles to JavaScript. Angular is built using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Angular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CLI: Command Line Interface to generate components, services, and manage builds.</a:t>
            </a:r>
          </a:p>
        </p:txBody>
      </p:sp>
    </p:spTree>
    <p:extLst>
      <p:ext uri="{BB962C8B-B14F-4D97-AF65-F5344CB8AC3E}">
        <p14:creationId xmlns:p14="http://schemas.microsoft.com/office/powerpoint/2010/main" val="2510709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3425" y="384313"/>
            <a:ext cx="11118575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Terminologies: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(.NET Core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class that handles HTTP requests (e.g.,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HomeController.cs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returns responses (usually JSON or views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Represents data structure (like Product, User). Used for binding data between database and frontend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Part of the MVC pattern, used to render UI (optional in API-based projects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(Application Programming Interface): A set of endpoints (like 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/products) that frontend calls to get/post data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Entity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 ORM (Object-Relational Mapper) used in .NET to interact with databases using C# instead of SQL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appsettings.json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Configuration file where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defined the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strings, environment variables, etc.</a:t>
            </a:r>
          </a:p>
        </p:txBody>
      </p:sp>
    </p:spTree>
    <p:extLst>
      <p:ext uri="{BB962C8B-B14F-4D97-AF65-F5344CB8AC3E}">
        <p14:creationId xmlns:p14="http://schemas.microsoft.com/office/powerpoint/2010/main" val="1192490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7408" y="715617"/>
            <a:ext cx="1057523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– Scale easily using AWS or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Azure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Wishlist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Reviews – Enhance user engagement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– Personalized product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– Reach a global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audience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 (PWA) – Offline support &amp; app-like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– NLP or image-based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Secure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Implement JWT or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OAuth2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CI/CD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Docker – Automate deployment &amp; containerize services</a:t>
            </a:r>
          </a:p>
        </p:txBody>
      </p:sp>
    </p:spTree>
    <p:extLst>
      <p:ext uri="{BB962C8B-B14F-4D97-AF65-F5344CB8AC3E}">
        <p14:creationId xmlns:p14="http://schemas.microsoft.com/office/powerpoint/2010/main" val="234413653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211</TotalTime>
  <Words>598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Bradley Hand ITC</vt:lpstr>
      <vt:lpstr>Calibri</vt:lpstr>
      <vt:lpstr>Calibri Light</vt:lpstr>
      <vt:lpstr>Times New Roman</vt:lpstr>
      <vt:lpstr>Retrospect</vt:lpstr>
      <vt:lpstr>E-COMMERCE WEBSITE ON      COSMETICS…..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WEBSITE ON      COSMETICS…..</dc:title>
  <dc:creator>MANIKANTA</dc:creator>
  <cp:lastModifiedBy>MANIKANTA</cp:lastModifiedBy>
  <cp:revision>13</cp:revision>
  <dcterms:created xsi:type="dcterms:W3CDTF">2025-04-05T15:12:13Z</dcterms:created>
  <dcterms:modified xsi:type="dcterms:W3CDTF">2025-04-06T09:37:33Z</dcterms:modified>
</cp:coreProperties>
</file>